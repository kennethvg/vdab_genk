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300" r:id="rId4"/>
    <p:sldId id="260" r:id="rId5"/>
    <p:sldId id="336" r:id="rId6"/>
    <p:sldId id="337" r:id="rId7"/>
    <p:sldId id="301" r:id="rId8"/>
    <p:sldId id="265" r:id="rId9"/>
    <p:sldId id="338" r:id="rId10"/>
    <p:sldId id="339" r:id="rId11"/>
    <p:sldId id="340" r:id="rId12"/>
    <p:sldId id="341" r:id="rId13"/>
    <p:sldId id="267" r:id="rId14"/>
    <p:sldId id="344" r:id="rId15"/>
    <p:sldId id="270" r:id="rId16"/>
    <p:sldId id="342" r:id="rId17"/>
    <p:sldId id="343" r:id="rId18"/>
    <p:sldId id="358" r:id="rId19"/>
    <p:sldId id="345" r:id="rId20"/>
    <p:sldId id="269" r:id="rId21"/>
    <p:sldId id="346" r:id="rId22"/>
    <p:sldId id="347" r:id="rId23"/>
    <p:sldId id="348" r:id="rId24"/>
    <p:sldId id="349" r:id="rId25"/>
    <p:sldId id="271" r:id="rId26"/>
    <p:sldId id="350" r:id="rId27"/>
    <p:sldId id="351" r:id="rId28"/>
    <p:sldId id="352" r:id="rId29"/>
    <p:sldId id="353" r:id="rId30"/>
    <p:sldId id="359" r:id="rId31"/>
    <p:sldId id="360" r:id="rId32"/>
    <p:sldId id="354" r:id="rId33"/>
    <p:sldId id="356" r:id="rId34"/>
    <p:sldId id="357" r:id="rId35"/>
    <p:sldId id="35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BA2C"/>
    <a:srgbClr val="E0F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9" autoAdjust="0"/>
    <p:restoredTop sz="84509" autoAdjust="0"/>
  </p:normalViewPr>
  <p:slideViewPr>
    <p:cSldViewPr snapToObjects="1">
      <p:cViewPr varScale="1">
        <p:scale>
          <a:sx n="73" d="100"/>
          <a:sy n="73" d="100"/>
        </p:scale>
        <p:origin x="1735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D90BF-B2B9-47B6-9E29-0E952396D66A}" type="datetimeFigureOut">
              <a:rPr lang="nl-BE" smtClean="0"/>
              <a:t>11/09/2017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5EA08-A56C-455B-A9EE-AEF2C3E53CE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632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1164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0422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54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19380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113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940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0566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6757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9176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28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4728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7008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5170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46956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5182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4612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API=</a:t>
            </a:r>
            <a:r>
              <a:rPr lang="nl-BE" baseline="0" dirty="0" smtClean="0"/>
              <a:t> Application Programming Interface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D5EA08-A56C-455B-A9EE-AEF2C3E53CE6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744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AK3-inside-def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fld id="{A9794DC1-5C8F-684A-B134-B781C736984A}" type="datetimeFigureOut">
              <a:rPr lang="en-US" smtClean="0"/>
              <a:pPr/>
              <a:t>9/11/2017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fld id="{51CC00F7-6662-0B4A-B721-A41C99585E2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yriad Pro Semibol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 Semibold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 Semibold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 Semibold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 Semibold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 Semibold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AK3-front-de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9" name="Title 38"/>
          <p:cNvSpPr>
            <a:spLocks noGrp="1"/>
          </p:cNvSpPr>
          <p:nvPr>
            <p:ph type="title"/>
          </p:nvPr>
        </p:nvSpPr>
        <p:spPr>
          <a:xfrm>
            <a:off x="838200" y="5529262"/>
            <a:ext cx="7334200" cy="566738"/>
          </a:xfrm>
        </p:spPr>
        <p:txBody>
          <a:bodyPr>
            <a:noAutofit/>
          </a:bodyPr>
          <a:lstStyle/>
          <a:p>
            <a:r>
              <a:rPr lang="en-US" sz="4000" b="0" dirty="0" smtClean="0"/>
              <a:t>JAVA 8: </a:t>
            </a:r>
            <a:r>
              <a:rPr lang="en-US" sz="4000" b="0" dirty="0" err="1" smtClean="0"/>
              <a:t>Lamda</a:t>
            </a:r>
            <a:r>
              <a:rPr lang="en-US" sz="4000" b="0" dirty="0" smtClean="0"/>
              <a:t> </a:t>
            </a:r>
            <a:r>
              <a:rPr lang="en-US" sz="4000" b="0" dirty="0" err="1" smtClean="0"/>
              <a:t>en</a:t>
            </a:r>
            <a:r>
              <a:rPr lang="en-US" sz="4000" b="0" dirty="0" smtClean="0"/>
              <a:t> Streams</a:t>
            </a:r>
            <a:endParaRPr lang="en-US" sz="4000" b="0" dirty="0">
              <a:latin typeface="Myriad Pro Semibold"/>
            </a:endParaRPr>
          </a:p>
        </p:txBody>
      </p:sp>
      <p:sp>
        <p:nvSpPr>
          <p:cNvPr id="41" name="Text Placeholder 40"/>
          <p:cNvSpPr>
            <a:spLocks noGrp="1"/>
          </p:cNvSpPr>
          <p:nvPr>
            <p:ph type="body" sz="half" idx="2"/>
          </p:nvPr>
        </p:nvSpPr>
        <p:spPr>
          <a:xfrm>
            <a:off x="838200" y="5105400"/>
            <a:ext cx="6440488" cy="423862"/>
          </a:xfrm>
        </p:spPr>
        <p:txBody>
          <a:bodyPr/>
          <a:lstStyle/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Lamda</a:t>
            </a:r>
            <a:r>
              <a:rPr lang="en-US" dirty="0" smtClean="0"/>
              <a:t> Expressions</a:t>
            </a:r>
          </a:p>
          <a:p>
            <a:r>
              <a:rPr lang="en-US" dirty="0" smtClean="0"/>
              <a:t>Functional Interfaces</a:t>
            </a:r>
          </a:p>
          <a:p>
            <a:r>
              <a:rPr lang="en-US" dirty="0" smtClean="0"/>
              <a:t>Method References</a:t>
            </a:r>
          </a:p>
          <a:p>
            <a:r>
              <a:rPr lang="en-US" dirty="0" smtClean="0"/>
              <a:t>Data </a:t>
            </a:r>
            <a:r>
              <a:rPr lang="en-US" dirty="0" err="1" smtClean="0"/>
              <a:t>verwerken</a:t>
            </a:r>
            <a:endParaRPr lang="en-US" dirty="0" smtClean="0"/>
          </a:p>
          <a:p>
            <a:r>
              <a:rPr lang="en-US" dirty="0" err="1" smtClean="0"/>
              <a:t>Lamda’s</a:t>
            </a:r>
            <a:r>
              <a:rPr lang="en-US" dirty="0" smtClean="0"/>
              <a:t> in collections</a:t>
            </a:r>
          </a:p>
          <a:p>
            <a:r>
              <a:rPr lang="en-US" dirty="0" smtClean="0"/>
              <a:t>Streams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 smtClean="0"/>
              <a:t>Lamda</a:t>
            </a:r>
            <a:r>
              <a:rPr lang="nl-BE" dirty="0" smtClean="0"/>
              <a:t> </a:t>
            </a:r>
            <a:r>
              <a:rPr lang="nl-BE" dirty="0" err="1" smtClean="0"/>
              <a:t>Expressions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</p:txBody>
      </p:sp>
    </p:spTree>
    <p:extLst>
      <p:ext uri="{BB962C8B-B14F-4D97-AF65-F5344CB8AC3E}">
        <p14:creationId xmlns:p14="http://schemas.microsoft.com/office/powerpoint/2010/main" val="374861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Lamda</a:t>
            </a:r>
            <a:r>
              <a:rPr lang="nl-BE" dirty="0" smtClean="0"/>
              <a:t> </a:t>
            </a:r>
            <a:r>
              <a:rPr lang="nl-BE" dirty="0" err="1" smtClean="0"/>
              <a:t>Expressions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 smtClean="0"/>
              <a:t>= een anonieme functie.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 smtClean="0"/>
              <a:t>Voor LAMDA: </a:t>
            </a:r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717032"/>
            <a:ext cx="6598350" cy="193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Lamda</a:t>
            </a:r>
            <a:r>
              <a:rPr lang="nl-BE" dirty="0" smtClean="0"/>
              <a:t> </a:t>
            </a:r>
            <a:r>
              <a:rPr lang="nl-BE" dirty="0" err="1" smtClean="0"/>
              <a:t>Expressions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 smtClean="0"/>
              <a:t>MET LAMDA: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420888"/>
            <a:ext cx="8352928" cy="5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0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Lamda</a:t>
            </a:r>
            <a:r>
              <a:rPr lang="nl-BE" dirty="0" smtClean="0"/>
              <a:t> </a:t>
            </a:r>
            <a:r>
              <a:rPr lang="nl-BE" dirty="0" err="1" smtClean="0"/>
              <a:t>Expressions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BE" dirty="0" smtClean="0"/>
              <a:t>SYNTAX: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>
              <a:buFontTx/>
              <a:buChar char="-"/>
            </a:pPr>
            <a:r>
              <a:rPr lang="nl-BE" dirty="0" smtClean="0"/>
              <a:t>Lijst van argumenten: parameters</a:t>
            </a:r>
          </a:p>
          <a:p>
            <a:pPr>
              <a:buFontTx/>
              <a:buChar char="-"/>
            </a:pPr>
            <a:r>
              <a:rPr lang="nl-BE" dirty="0" smtClean="0"/>
              <a:t>Pijl: stuurt argumenten naar de body</a:t>
            </a:r>
          </a:p>
          <a:p>
            <a:pPr>
              <a:buFontTx/>
              <a:buChar char="-"/>
            </a:pPr>
            <a:r>
              <a:rPr lang="nl-BE" dirty="0" smtClean="0"/>
              <a:t>Body: ontvangt argumenten en doet hier iets mee</a:t>
            </a:r>
          </a:p>
          <a:p>
            <a:pPr marL="0" indent="0">
              <a:buNone/>
            </a:pPr>
            <a:r>
              <a:rPr lang="nl-BE" dirty="0" smtClean="0"/>
              <a:t> </a:t>
            </a:r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6872"/>
            <a:ext cx="8392424" cy="111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0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 smtClean="0"/>
              <a:t>Functional</a:t>
            </a:r>
            <a:r>
              <a:rPr lang="nl-BE" dirty="0" smtClean="0"/>
              <a:t> interfaces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7303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Functional</a:t>
            </a:r>
            <a:r>
              <a:rPr lang="nl-BE" dirty="0" smtClean="0"/>
              <a:t>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 smtClean="0"/>
              <a:t>= interface met slechts </a:t>
            </a:r>
            <a:r>
              <a:rPr lang="nl-BE" b="1" dirty="0" smtClean="0"/>
              <a:t>1</a:t>
            </a:r>
            <a:r>
              <a:rPr lang="nl-BE" dirty="0" smtClean="0"/>
              <a:t> abstracte methode!</a:t>
            </a: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Alleen deze interfaces kunnen gebruikt worden bij </a:t>
            </a:r>
            <a:r>
              <a:rPr lang="nl-BE" dirty="0" err="1" smtClean="0"/>
              <a:t>Lamda’s</a:t>
            </a:r>
            <a:r>
              <a:rPr lang="nl-BE" dirty="0" smtClean="0"/>
              <a:t>.</a:t>
            </a:r>
          </a:p>
          <a:p>
            <a:pPr marL="0" indent="0">
              <a:buNone/>
            </a:pPr>
            <a:r>
              <a:rPr lang="nl-BE" dirty="0" smtClean="0"/>
              <a:t>BV: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077072"/>
            <a:ext cx="4457745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1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Functional</a:t>
            </a:r>
            <a:r>
              <a:rPr lang="nl-BE" dirty="0" smtClean="0"/>
              <a:t>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 smtClean="0"/>
              <a:t>Zelf één maken: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>
                <a:sym typeface="Wingdings" panose="05000000000000000000" pitchFamily="2" charset="2"/>
              </a:rPr>
              <a:t> Annotatie is extra info voor compiler</a:t>
            </a: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564904"/>
            <a:ext cx="444817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5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Functional</a:t>
            </a:r>
            <a:r>
              <a:rPr lang="nl-BE" dirty="0" smtClean="0"/>
              <a:t>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 smtClean="0"/>
              <a:t>Gebruik van eigen interface:</a:t>
            </a:r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92896"/>
            <a:ext cx="7913679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8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Functional</a:t>
            </a:r>
            <a:r>
              <a:rPr lang="nl-BE" dirty="0" smtClean="0"/>
              <a:t> Interface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 smtClean="0"/>
              <a:t>Ander voorbeeld:</a:t>
            </a:r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8" y="4392251"/>
            <a:ext cx="8390532" cy="732449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8" y="2276872"/>
            <a:ext cx="3305547" cy="1267719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57" y="3645024"/>
            <a:ext cx="8065843" cy="641277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5140245"/>
            <a:ext cx="5861342" cy="149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7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smtClean="0"/>
              <a:t>Method </a:t>
            </a:r>
            <a:r>
              <a:rPr lang="nl-BE" dirty="0" err="1" smtClean="0"/>
              <a:t>References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</p:txBody>
      </p:sp>
    </p:spTree>
    <p:extLst>
      <p:ext uri="{BB962C8B-B14F-4D97-AF65-F5344CB8AC3E}">
        <p14:creationId xmlns:p14="http://schemas.microsoft.com/office/powerpoint/2010/main" val="402879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Method </a:t>
            </a:r>
            <a:r>
              <a:rPr lang="nl-BE" dirty="0" err="1" smtClean="0"/>
              <a:t>References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BE" dirty="0" smtClean="0"/>
              <a:t>Statische methodereferentie</a:t>
            </a:r>
          </a:p>
          <a:p>
            <a:pPr>
              <a:buFontTx/>
              <a:buChar char="-"/>
            </a:pPr>
            <a:r>
              <a:rPr lang="nl-BE" dirty="0" smtClean="0"/>
              <a:t>Gebonden methodereferentie</a:t>
            </a:r>
          </a:p>
          <a:p>
            <a:pPr>
              <a:buFontTx/>
              <a:buChar char="-"/>
            </a:pPr>
            <a:r>
              <a:rPr lang="nl-BE" dirty="0" smtClean="0"/>
              <a:t>Ongebonden </a:t>
            </a:r>
            <a:r>
              <a:rPr lang="nl-BE" dirty="0"/>
              <a:t>methodereferentie</a:t>
            </a:r>
          </a:p>
          <a:p>
            <a:pPr marL="0" indent="0">
              <a:buNone/>
            </a:pPr>
            <a:r>
              <a:rPr lang="nl-BE" dirty="0" smtClean="0"/>
              <a:t>-  </a:t>
            </a:r>
            <a:r>
              <a:rPr lang="nl-BE" dirty="0" err="1" smtClean="0"/>
              <a:t>Constructoreferentie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9426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Statische methodereferentie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69" y="1628800"/>
            <a:ext cx="5353050" cy="1638300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69" y="4005064"/>
            <a:ext cx="63246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 smtClean="0"/>
              <a:t>Ongebonden </a:t>
            </a:r>
            <a:r>
              <a:rPr lang="nl-BE" dirty="0"/>
              <a:t>methodereferentie</a:t>
            </a:r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3568" y="1628800"/>
            <a:ext cx="5867400" cy="202882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005064"/>
            <a:ext cx="70866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8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Gebonden methodereferentie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600200"/>
            <a:ext cx="4495800" cy="2019300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077072"/>
            <a:ext cx="58388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9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Constructorreferentie</a:t>
            </a:r>
            <a:endParaRPr lang="nl-BE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3"/>
          <a:srcRect b="18500"/>
          <a:stretch/>
        </p:blipFill>
        <p:spPr>
          <a:xfrm>
            <a:off x="947216" y="4005064"/>
            <a:ext cx="4486275" cy="372616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24" y="1700808"/>
            <a:ext cx="45815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6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Samenvatting:</a:t>
            </a:r>
            <a:endParaRPr lang="nl-BE" dirty="0"/>
          </a:p>
        </p:txBody>
      </p:sp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560" y="1988840"/>
            <a:ext cx="8229600" cy="17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smtClean="0"/>
              <a:t>Data Verwerken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</p:txBody>
      </p:sp>
    </p:spTree>
    <p:extLst>
      <p:ext uri="{BB962C8B-B14F-4D97-AF65-F5344CB8AC3E}">
        <p14:creationId xmlns:p14="http://schemas.microsoft.com/office/powerpoint/2010/main" val="128755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Consumer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44080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BE" dirty="0" smtClean="0"/>
              <a:t>Consumeert een object en doet niets terug.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Bv:  </a:t>
            </a:r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276872"/>
            <a:ext cx="3543300" cy="1590675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941168"/>
            <a:ext cx="80105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5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Supplier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44080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BE" dirty="0" smtClean="0"/>
              <a:t>Geeft een object terug, verwacht niets: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Bv:  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2276872"/>
            <a:ext cx="1181100" cy="16383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4869160"/>
            <a:ext cx="74771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4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Function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44080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BE" dirty="0" smtClean="0"/>
              <a:t>Verwacht een object en geeft een object van ander of zelfde type terug: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Bv:  </a:t>
            </a:r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93" y="2646509"/>
            <a:ext cx="3219450" cy="2114550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5013176"/>
            <a:ext cx="741350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8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Predicate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44080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BE" dirty="0" smtClean="0"/>
              <a:t>Verwacht een object en geeft een </a:t>
            </a:r>
            <a:r>
              <a:rPr lang="nl-BE" dirty="0" err="1" smtClean="0"/>
              <a:t>boolean</a:t>
            </a:r>
            <a:r>
              <a:rPr lang="nl-BE" dirty="0" smtClean="0"/>
              <a:t> terug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Bv:  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564904"/>
            <a:ext cx="5400675" cy="2095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5013176"/>
            <a:ext cx="75819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1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 smtClean="0"/>
              <a:t>Collections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</p:txBody>
      </p:sp>
    </p:spTree>
    <p:extLst>
      <p:ext uri="{BB962C8B-B14F-4D97-AF65-F5344CB8AC3E}">
        <p14:creationId xmlns:p14="http://schemas.microsoft.com/office/powerpoint/2010/main" val="200697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foreach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 smtClean="0"/>
          </a:p>
          <a:p>
            <a:pPr>
              <a:buFontTx/>
              <a:buChar char="-"/>
            </a:pPr>
            <a:endParaRPr lang="nl-BE" dirty="0"/>
          </a:p>
          <a:p>
            <a:pPr>
              <a:buFontTx/>
              <a:buChar char="-"/>
            </a:pPr>
            <a:endParaRPr lang="nl-BE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172"/>
          <a:stretch/>
        </p:blipFill>
        <p:spPr>
          <a:xfrm>
            <a:off x="323528" y="1340768"/>
            <a:ext cx="858492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0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f</a:t>
            </a:r>
            <a:r>
              <a:rPr lang="nl-BE" dirty="0" err="1" smtClean="0"/>
              <a:t>oreach</a:t>
            </a:r>
            <a:r>
              <a:rPr lang="nl-BE" dirty="0" smtClean="0"/>
              <a:t>: list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 smtClean="0"/>
          </a:p>
          <a:p>
            <a:pPr>
              <a:buFontTx/>
              <a:buChar char="-"/>
            </a:pPr>
            <a:endParaRPr lang="nl-BE" dirty="0"/>
          </a:p>
          <a:p>
            <a:pPr marL="0" indent="0">
              <a:buNone/>
            </a:pPr>
            <a:r>
              <a:rPr lang="nl-BE" dirty="0" smtClean="0">
                <a:sym typeface="Wingdings" panose="05000000000000000000" pitchFamily="2" charset="2"/>
              </a:rPr>
              <a:t> </a:t>
            </a:r>
            <a:r>
              <a:rPr lang="nl-BE" dirty="0" smtClean="0"/>
              <a:t>Uitprinten van de volledige lijst!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8731522" cy="10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sort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>
                <a:sym typeface="Wingdings" panose="05000000000000000000" pitchFamily="2" charset="2"/>
              </a:rPr>
              <a:t> Sorteren van de lijst op lengte van de strings. </a:t>
            </a:r>
          </a:p>
          <a:p>
            <a:pPr>
              <a:buFont typeface="Wingdings" panose="05000000000000000000" pitchFamily="2" charset="2"/>
              <a:buChar char="à"/>
            </a:pPr>
            <a:endParaRPr lang="nl-BE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nl-BE" dirty="0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nl-BE" dirty="0" smtClean="0">
                <a:sym typeface="Wingdings" panose="05000000000000000000" pitchFamily="2" charset="2"/>
              </a:rPr>
              <a:t>Als de lengte hetzelfde is, sorteren op alfabet. </a:t>
            </a:r>
          </a:p>
          <a:p>
            <a:pPr marL="0" indent="0">
              <a:buNone/>
            </a:pPr>
            <a:endParaRPr lang="nl-B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l-BE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4271"/>
            <a:ext cx="8289177" cy="842601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3429000"/>
            <a:ext cx="8803839" cy="9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9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f</a:t>
            </a:r>
            <a:r>
              <a:rPr lang="nl-BE" dirty="0" err="1" smtClean="0"/>
              <a:t>oreach</a:t>
            </a:r>
            <a:r>
              <a:rPr lang="nl-BE" dirty="0" smtClean="0"/>
              <a:t>: map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dirty="0" smtClean="0"/>
          </a:p>
          <a:p>
            <a:pPr>
              <a:buFontTx/>
              <a:buChar char="-"/>
            </a:pPr>
            <a:endParaRPr lang="nl-BE" dirty="0" smtClean="0"/>
          </a:p>
          <a:p>
            <a:pPr>
              <a:buFontTx/>
              <a:buChar char="-"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 smtClean="0">
                <a:sym typeface="Wingdings" panose="05000000000000000000" pitchFamily="2" charset="2"/>
              </a:rPr>
              <a:t> </a:t>
            </a:r>
            <a:r>
              <a:rPr lang="nl-BE" dirty="0" smtClean="0"/>
              <a:t>Uitprinten van de volledige map!</a:t>
            </a: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28801"/>
            <a:ext cx="836880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9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smtClean="0"/>
              <a:t>Streams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Java 8</a:t>
            </a:r>
          </a:p>
        </p:txBody>
      </p:sp>
    </p:spTree>
    <p:extLst>
      <p:ext uri="{BB962C8B-B14F-4D97-AF65-F5344CB8AC3E}">
        <p14:creationId xmlns:p14="http://schemas.microsoft.com/office/powerpoint/2010/main" val="49696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Streams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dirty="0" smtClean="0"/>
              <a:t>= Pijplijn, waar objecten doorheen doorstromen. </a:t>
            </a:r>
          </a:p>
          <a:p>
            <a:pPr marL="0" indent="0">
              <a:buNone/>
            </a:pPr>
            <a:endParaRPr lang="nl-BE" sz="2800" dirty="0"/>
          </a:p>
          <a:p>
            <a:pPr>
              <a:buFont typeface="Wingdings" panose="05000000000000000000" pitchFamily="2" charset="2"/>
              <a:buChar char="à"/>
            </a:pPr>
            <a:r>
              <a:rPr lang="nl-BE" sz="2800" dirty="0" smtClean="0">
                <a:sym typeface="Wingdings" panose="05000000000000000000" pitchFamily="2" charset="2"/>
              </a:rPr>
              <a:t>In de pijplijn worden er vaak tussenliggende bewerkingen gedaan.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nl-BE" sz="2800" dirty="0" smtClean="0">
                <a:sym typeface="Wingdings" panose="05000000000000000000" pitchFamily="2" charset="2"/>
              </a:rPr>
              <a:t>Op het einde is er altijd een afsluitende bewerking. </a:t>
            </a:r>
            <a:endParaRPr lang="nl-BE" sz="2800" dirty="0" smtClean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479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Soorten streams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nl-BE" sz="2800" dirty="0" smtClean="0"/>
              <a:t>Stream &lt;T&gt;</a:t>
            </a:r>
          </a:p>
          <a:p>
            <a:pPr marL="514350" indent="-514350">
              <a:buAutoNum type="arabicParenR"/>
            </a:pPr>
            <a:r>
              <a:rPr lang="nl-BE" sz="2800" dirty="0" err="1" smtClean="0"/>
              <a:t>IntStream</a:t>
            </a:r>
            <a:endParaRPr lang="nl-BE" sz="2800" dirty="0" smtClean="0"/>
          </a:p>
          <a:p>
            <a:pPr marL="514350" indent="-514350">
              <a:buAutoNum type="arabicParenR"/>
            </a:pPr>
            <a:r>
              <a:rPr lang="nl-BE" sz="2800" dirty="0" err="1" smtClean="0"/>
              <a:t>LongStream</a:t>
            </a:r>
            <a:endParaRPr lang="nl-BE" sz="2800" dirty="0" smtClean="0"/>
          </a:p>
          <a:p>
            <a:pPr marL="514350" indent="-514350">
              <a:buAutoNum type="arabicParenR"/>
            </a:pPr>
            <a:r>
              <a:rPr lang="nl-BE" sz="2800" dirty="0" err="1" smtClean="0"/>
              <a:t>DoubleStream</a:t>
            </a:r>
            <a:endParaRPr lang="nl-BE" sz="2800" dirty="0" smtClean="0"/>
          </a:p>
          <a:p>
            <a:pPr marL="514350" indent="-514350">
              <a:buAutoNum type="arabicParenR"/>
            </a:pPr>
            <a:endParaRPr lang="nl-BE" sz="2800" dirty="0"/>
          </a:p>
          <a:p>
            <a:pPr marL="0" indent="0">
              <a:buNone/>
            </a:pPr>
            <a:r>
              <a:rPr lang="nl-BE" sz="2800" b="1" dirty="0" smtClean="0"/>
              <a:t>Bv: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75656" y="4068072"/>
            <a:ext cx="6696744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IntStream.</a:t>
            </a:r>
            <a:r>
              <a:rPr kumimoji="0" lang="nl-BE" altLang="nl-BE" sz="20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rangeClosed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kumimoji="0" lang="nl-BE" altLang="nl-BE" sz="2000" b="1" i="1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nl-BE" altLang="nl-BE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94237" y="5417626"/>
            <a:ext cx="7254227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Stream.</a:t>
            </a:r>
            <a:r>
              <a:rPr kumimoji="0" lang="nl-BE" altLang="nl-BE" sz="20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 Mijn String  "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).map(String::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toUpperCase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).map(String::trim).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kumimoji="0" lang="nl-BE" altLang="nl-BE" sz="2000" b="1" i="1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kumimoji="0" lang="nl-BE" altLang="nl-BE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kumimoji="0" lang="nl-BE" altLang="nl-BE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nl-BE" altLang="nl-BE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88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Streams &amp; </a:t>
            </a:r>
            <a:r>
              <a:rPr lang="nl-BE" dirty="0" err="1" smtClean="0"/>
              <a:t>Collections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800" dirty="0" smtClean="0"/>
              <a:t>Veelgebruikte methodes bij streams: </a:t>
            </a:r>
          </a:p>
          <a:p>
            <a:pPr>
              <a:buFontTx/>
              <a:buChar char="-"/>
            </a:pPr>
            <a:r>
              <a:rPr lang="nl-BE" sz="2800" b="1" dirty="0" smtClean="0"/>
              <a:t>Stream: </a:t>
            </a:r>
            <a:r>
              <a:rPr lang="nl-BE" sz="2800" dirty="0" smtClean="0"/>
              <a:t>starten van de stream</a:t>
            </a:r>
          </a:p>
          <a:p>
            <a:pPr marL="0" indent="0">
              <a:buNone/>
            </a:pPr>
            <a:endParaRPr lang="nl-BE" sz="2800" b="1" dirty="0" smtClean="0"/>
          </a:p>
          <a:p>
            <a:pPr>
              <a:buFontTx/>
              <a:buChar char="-"/>
            </a:pPr>
            <a:r>
              <a:rPr lang="nl-BE" sz="2800" b="1" dirty="0" smtClean="0"/>
              <a:t>Map: </a:t>
            </a:r>
            <a:r>
              <a:rPr lang="nl-BE" sz="2800" dirty="0" smtClean="0"/>
              <a:t>verander het type van de stream</a:t>
            </a:r>
          </a:p>
          <a:p>
            <a:pPr marL="0" indent="0">
              <a:buNone/>
            </a:pPr>
            <a:r>
              <a:rPr lang="nl-BE" sz="2800" dirty="0" smtClean="0">
                <a:sym typeface="Wingdings" panose="05000000000000000000" pitchFamily="2" charset="2"/>
              </a:rPr>
              <a:t> Verwacht een </a:t>
            </a:r>
            <a:r>
              <a:rPr lang="nl-BE" sz="2800" dirty="0" err="1" smtClean="0">
                <a:sym typeface="Wingdings" panose="05000000000000000000" pitchFamily="2" charset="2"/>
              </a:rPr>
              <a:t>Function</a:t>
            </a:r>
            <a:r>
              <a:rPr lang="nl-BE" sz="2800" dirty="0" smtClean="0">
                <a:sym typeface="Wingdings" panose="05000000000000000000" pitchFamily="2" charset="2"/>
              </a:rPr>
              <a:t> als parameter</a:t>
            </a:r>
            <a:endParaRPr lang="nl-BE" sz="2800" dirty="0" smtClean="0"/>
          </a:p>
          <a:p>
            <a:pPr>
              <a:buFontTx/>
              <a:buChar char="-"/>
            </a:pPr>
            <a:endParaRPr lang="nl-BE" sz="2800" dirty="0"/>
          </a:p>
          <a:p>
            <a:pPr>
              <a:buFontTx/>
              <a:buChar char="-"/>
            </a:pPr>
            <a:r>
              <a:rPr lang="nl-BE" sz="2800" b="1" dirty="0" smtClean="0"/>
              <a:t>Filter: </a:t>
            </a:r>
            <a:r>
              <a:rPr lang="nl-BE" sz="2800" dirty="0" smtClean="0"/>
              <a:t>uitfilteren van data uit de stream</a:t>
            </a:r>
          </a:p>
          <a:p>
            <a:pPr marL="0" indent="0">
              <a:buNone/>
            </a:pPr>
            <a:r>
              <a:rPr lang="nl-BE" sz="2800" dirty="0" smtClean="0">
                <a:sym typeface="Wingdings" panose="05000000000000000000" pitchFamily="2" charset="2"/>
              </a:rPr>
              <a:t> Verwacht ee</a:t>
            </a:r>
            <a:r>
              <a:rPr lang="nl-BE" sz="2800" dirty="0">
                <a:sym typeface="Wingdings" panose="05000000000000000000" pitchFamily="2" charset="2"/>
              </a:rPr>
              <a:t>n</a:t>
            </a:r>
            <a:r>
              <a:rPr lang="nl-BE" sz="2800" dirty="0" smtClean="0">
                <a:sym typeface="Wingdings" panose="05000000000000000000" pitchFamily="2" charset="2"/>
              </a:rPr>
              <a:t> </a:t>
            </a:r>
            <a:r>
              <a:rPr lang="nl-BE" sz="2800" dirty="0" err="1" smtClean="0">
                <a:sym typeface="Wingdings" panose="05000000000000000000" pitchFamily="2" charset="2"/>
              </a:rPr>
              <a:t>Predicate</a:t>
            </a:r>
            <a:r>
              <a:rPr lang="nl-BE" sz="2800" dirty="0" smtClean="0">
                <a:sym typeface="Wingdings" panose="05000000000000000000" pitchFamily="2" charset="2"/>
              </a:rPr>
              <a:t> als parameter</a:t>
            </a:r>
            <a:endParaRPr lang="nl-BE" sz="2800" dirty="0" smtClean="0"/>
          </a:p>
          <a:p>
            <a:pPr>
              <a:buFontTx/>
              <a:buChar char="-"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5739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Voorbeeld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sz="2800" b="1" dirty="0">
                <a:solidFill>
                  <a:srgbClr val="00B0F0"/>
                </a:solidFill>
              </a:rPr>
              <a:t>s</a:t>
            </a:r>
            <a:r>
              <a:rPr lang="nl-BE" sz="2800" b="1" dirty="0" smtClean="0">
                <a:solidFill>
                  <a:srgbClr val="00B0F0"/>
                </a:solidFill>
              </a:rPr>
              <a:t>tream</a:t>
            </a:r>
            <a:r>
              <a:rPr lang="nl-BE" sz="2800" dirty="0" smtClean="0"/>
              <a:t> </a:t>
            </a:r>
            <a:r>
              <a:rPr lang="nl-BE" sz="2800" dirty="0" smtClean="0">
                <a:sym typeface="Wingdings" panose="05000000000000000000" pitchFamily="2" charset="2"/>
              </a:rPr>
              <a:t> opent de stroom</a:t>
            </a:r>
          </a:p>
          <a:p>
            <a:pPr marL="0" indent="0">
              <a:buNone/>
            </a:pPr>
            <a:r>
              <a:rPr lang="nl-BE" sz="2800" b="1" dirty="0" smtClean="0">
                <a:solidFill>
                  <a:srgbClr val="00B0F0"/>
                </a:solidFill>
                <a:sym typeface="Wingdings" panose="05000000000000000000" pitchFamily="2" charset="2"/>
              </a:rPr>
              <a:t>map</a:t>
            </a:r>
            <a:r>
              <a:rPr lang="nl-BE" sz="2800" dirty="0" smtClean="0">
                <a:sym typeface="Wingdings" panose="05000000000000000000" pitchFamily="2" charset="2"/>
              </a:rPr>
              <a:t>  Plaatst </a:t>
            </a:r>
            <a:r>
              <a:rPr lang="nl-BE" sz="2800" dirty="0" err="1" smtClean="0">
                <a:sym typeface="Wingdings" panose="05000000000000000000" pitchFamily="2" charset="2"/>
              </a:rPr>
              <a:t>alls</a:t>
            </a:r>
            <a:r>
              <a:rPr lang="nl-BE" sz="2800" dirty="0" smtClean="0">
                <a:sym typeface="Wingdings" panose="05000000000000000000" pitchFamily="2" charset="2"/>
              </a:rPr>
              <a:t> strings in hoofdletters</a:t>
            </a:r>
          </a:p>
          <a:p>
            <a:pPr marL="0" indent="0">
              <a:buNone/>
            </a:pPr>
            <a:r>
              <a:rPr lang="nl-BE" sz="2800" b="1" dirty="0" smtClean="0">
                <a:solidFill>
                  <a:srgbClr val="00B0F0"/>
                </a:solidFill>
                <a:sym typeface="Wingdings" panose="05000000000000000000" pitchFamily="2" charset="2"/>
              </a:rPr>
              <a:t>filter</a:t>
            </a:r>
            <a:r>
              <a:rPr lang="nl-BE" sz="2800" dirty="0" smtClean="0">
                <a:sym typeface="Wingdings" panose="05000000000000000000" pitchFamily="2" charset="2"/>
              </a:rPr>
              <a:t>  Alleen deze strings die niet leeg zijn</a:t>
            </a:r>
          </a:p>
          <a:p>
            <a:pPr marL="0" indent="0">
              <a:buNone/>
            </a:pPr>
            <a:r>
              <a:rPr lang="nl-BE" sz="28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f</a:t>
            </a:r>
            <a:r>
              <a:rPr lang="nl-BE" sz="2800" b="1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oreach</a:t>
            </a:r>
            <a:r>
              <a:rPr lang="nl-BE" sz="2800" dirty="0" smtClean="0">
                <a:sym typeface="Wingdings" panose="05000000000000000000" pitchFamily="2" charset="2"/>
              </a:rPr>
              <a:t>  Uitprinten van de strings</a:t>
            </a:r>
          </a:p>
          <a:p>
            <a:pPr marL="0" indent="0">
              <a:buNone/>
            </a:pPr>
            <a:r>
              <a:rPr lang="nl-BE" sz="28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Resultaat: </a:t>
            </a:r>
            <a:endParaRPr lang="nl-BE" sz="28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1628800"/>
            <a:ext cx="8669169" cy="737544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5066269"/>
            <a:ext cx="1498476" cy="144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Ander voorbeeld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sz="2800" b="1" dirty="0">
                <a:solidFill>
                  <a:srgbClr val="00B0F0"/>
                </a:solidFill>
              </a:rPr>
              <a:t>s</a:t>
            </a:r>
            <a:r>
              <a:rPr lang="nl-BE" sz="2800" b="1" dirty="0" smtClean="0">
                <a:solidFill>
                  <a:srgbClr val="00B0F0"/>
                </a:solidFill>
              </a:rPr>
              <a:t>tream</a:t>
            </a:r>
            <a:r>
              <a:rPr lang="nl-BE" sz="2800" dirty="0" smtClean="0"/>
              <a:t> </a:t>
            </a:r>
            <a:r>
              <a:rPr lang="nl-BE" sz="2800" dirty="0" smtClean="0">
                <a:sym typeface="Wingdings" panose="05000000000000000000" pitchFamily="2" charset="2"/>
              </a:rPr>
              <a:t> opent de stroom</a:t>
            </a:r>
          </a:p>
          <a:p>
            <a:pPr marL="0" indent="0">
              <a:buNone/>
            </a:pPr>
            <a:r>
              <a:rPr lang="nl-BE" sz="2800" b="1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mapToInt</a:t>
            </a:r>
            <a:r>
              <a:rPr lang="nl-BE" sz="2800" dirty="0" smtClean="0">
                <a:sym typeface="Wingdings" panose="05000000000000000000" pitchFamily="2" charset="2"/>
              </a:rPr>
              <a:t>  Verandert de lijst naar integer waardes</a:t>
            </a:r>
          </a:p>
          <a:p>
            <a:pPr marL="0" indent="0">
              <a:buNone/>
            </a:pPr>
            <a:r>
              <a:rPr lang="nl-BE" sz="2800" b="1" dirty="0">
                <a:solidFill>
                  <a:srgbClr val="00B0F0"/>
                </a:solidFill>
                <a:sym typeface="Wingdings" panose="05000000000000000000" pitchFamily="2" charset="2"/>
              </a:rPr>
              <a:t>f</a:t>
            </a:r>
            <a:r>
              <a:rPr lang="nl-BE" sz="2800" b="1" dirty="0" smtClean="0">
                <a:solidFill>
                  <a:srgbClr val="00B0F0"/>
                </a:solidFill>
                <a:sym typeface="Wingdings" panose="05000000000000000000" pitchFamily="2" charset="2"/>
              </a:rPr>
              <a:t>ilter</a:t>
            </a:r>
            <a:r>
              <a:rPr lang="nl-BE" sz="2800" dirty="0" smtClean="0">
                <a:sym typeface="Wingdings" panose="05000000000000000000" pitchFamily="2" charset="2"/>
              </a:rPr>
              <a:t>  Alleen deze strings met een lengte groter dan 5</a:t>
            </a:r>
          </a:p>
          <a:p>
            <a:pPr marL="0" indent="0">
              <a:buNone/>
            </a:pPr>
            <a:r>
              <a:rPr lang="nl-BE" sz="28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f</a:t>
            </a:r>
            <a:r>
              <a:rPr lang="nl-BE" sz="2800" b="1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oreach</a:t>
            </a:r>
            <a:r>
              <a:rPr lang="nl-BE" sz="2800" dirty="0" smtClean="0">
                <a:sym typeface="Wingdings" panose="05000000000000000000" pitchFamily="2" charset="2"/>
              </a:rPr>
              <a:t>  Uitprinten van de lengtes</a:t>
            </a:r>
          </a:p>
          <a:p>
            <a:pPr marL="0" indent="0">
              <a:buNone/>
            </a:pPr>
            <a:r>
              <a:rPr lang="nl-BE" sz="28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Resultaat: 9</a:t>
            </a:r>
            <a:endParaRPr lang="nl-BE" sz="28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700808"/>
            <a:ext cx="895900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7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Terminal </a:t>
            </a:r>
            <a:r>
              <a:rPr lang="nl-BE" dirty="0" err="1" smtClean="0"/>
              <a:t>vs</a:t>
            </a:r>
            <a:r>
              <a:rPr lang="nl-BE" dirty="0" smtClean="0"/>
              <a:t> </a:t>
            </a:r>
            <a:r>
              <a:rPr lang="nl-BE" dirty="0" err="1" smtClean="0"/>
              <a:t>Intermediate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b="1" dirty="0" smtClean="0"/>
              <a:t>Terminal methode:</a:t>
            </a:r>
            <a:endParaRPr lang="nl-BE" dirty="0"/>
          </a:p>
          <a:p>
            <a:pPr marL="0" indent="0">
              <a:buNone/>
            </a:pPr>
            <a:r>
              <a:rPr lang="nl-BE" dirty="0" smtClean="0"/>
              <a:t>Beëindigd de stroom en voert deze uit</a:t>
            </a:r>
          </a:p>
          <a:p>
            <a:pPr marL="0" indent="0">
              <a:buNone/>
            </a:pPr>
            <a:r>
              <a:rPr lang="nl-BE" dirty="0" smtClean="0"/>
              <a:t>Bv: </a:t>
            </a:r>
            <a:r>
              <a:rPr lang="nl-BE" dirty="0" err="1" smtClean="0"/>
              <a:t>foreach</a:t>
            </a:r>
            <a:r>
              <a:rPr lang="nl-BE" dirty="0" smtClean="0"/>
              <a:t>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b="1" dirty="0" err="1" smtClean="0"/>
              <a:t>Intermediate</a:t>
            </a:r>
            <a:r>
              <a:rPr lang="nl-BE" b="1" dirty="0" smtClean="0"/>
              <a:t> methode:</a:t>
            </a:r>
          </a:p>
          <a:p>
            <a:pPr marL="0" indent="0">
              <a:buNone/>
            </a:pPr>
            <a:r>
              <a:rPr lang="nl-BE" dirty="0" smtClean="0"/>
              <a:t>Geeft een nieuwe stroom in de plaats</a:t>
            </a:r>
          </a:p>
          <a:p>
            <a:pPr marL="0" indent="0">
              <a:buNone/>
            </a:pPr>
            <a:r>
              <a:rPr lang="nl-BE" dirty="0" smtClean="0"/>
              <a:t>Bv: map 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 smtClean="0"/>
          </a:p>
          <a:p>
            <a:pPr marL="0" indent="0"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0710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ak3">
  <a:themeElements>
    <a:clrScheme name="OAK3">
      <a:dk1>
        <a:sysClr val="windowText" lastClr="000000"/>
      </a:dk1>
      <a:lt1>
        <a:srgbClr val="93A220"/>
      </a:lt1>
      <a:dk2>
        <a:srgbClr val="E1E1E1"/>
      </a:dk2>
      <a:lt2>
        <a:srgbClr val="FFFFFF"/>
      </a:lt2>
      <a:accent1>
        <a:srgbClr val="C6DA2C"/>
      </a:accent1>
      <a:accent2>
        <a:srgbClr val="FFC71E"/>
      </a:accent2>
      <a:accent3>
        <a:srgbClr val="DA6F9A"/>
      </a:accent3>
      <a:accent4>
        <a:srgbClr val="826DDA"/>
      </a:accent4>
      <a:accent5>
        <a:srgbClr val="3DBFDA"/>
      </a:accent5>
      <a:accent6>
        <a:srgbClr val="5DDAA3"/>
      </a:accent6>
      <a:hlink>
        <a:srgbClr val="C6DA2C"/>
      </a:hlink>
      <a:folHlink>
        <a:srgbClr val="C6DA2C"/>
      </a:folHlink>
    </a:clrScheme>
    <a:fontScheme name="Sky">
      <a:majorFont>
        <a:latin typeface="Arial Rounded MT Bold"/>
        <a:ea typeface=""/>
        <a:cs typeface=""/>
        <a:font script="Jpan" typeface="ＭＳ Ｐゴシック"/>
      </a:majorFont>
      <a:minorFont>
        <a:latin typeface="Arial Rounded MT Bold"/>
        <a:ea typeface=""/>
        <a:cs typeface=""/>
        <a:font script="Jpan"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OAK3ppt-04102012</Template>
  <TotalTime>2061</TotalTime>
  <Words>518</Words>
  <Application>Microsoft Office PowerPoint</Application>
  <PresentationFormat>Diavoorstelling (4:3)</PresentationFormat>
  <Paragraphs>194</Paragraphs>
  <Slides>35</Slides>
  <Notes>17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Courier New</vt:lpstr>
      <vt:lpstr>Myriad Pro Semibold</vt:lpstr>
      <vt:lpstr>Wingdings</vt:lpstr>
      <vt:lpstr>oak3</vt:lpstr>
      <vt:lpstr>JAVA 8: Lamda en Streams</vt:lpstr>
      <vt:lpstr>Table of contents</vt:lpstr>
      <vt:lpstr>Lamda Expressions</vt:lpstr>
      <vt:lpstr>Lamda Expressions</vt:lpstr>
      <vt:lpstr>Lamda Expressions</vt:lpstr>
      <vt:lpstr>Lamda Expressions</vt:lpstr>
      <vt:lpstr>Functional interfaces</vt:lpstr>
      <vt:lpstr>Functional Interface</vt:lpstr>
      <vt:lpstr>Functional Interface</vt:lpstr>
      <vt:lpstr>Functional Interface</vt:lpstr>
      <vt:lpstr>Functional Interface</vt:lpstr>
      <vt:lpstr>Method References</vt:lpstr>
      <vt:lpstr>Method References</vt:lpstr>
      <vt:lpstr>Statische methodereferentie</vt:lpstr>
      <vt:lpstr>Ongebonden methodereferentie</vt:lpstr>
      <vt:lpstr>Gebonden methodereferentie</vt:lpstr>
      <vt:lpstr>Constructorreferentie</vt:lpstr>
      <vt:lpstr>Samenvatting:</vt:lpstr>
      <vt:lpstr>Data Verwerken</vt:lpstr>
      <vt:lpstr>Consumer</vt:lpstr>
      <vt:lpstr>Supplier</vt:lpstr>
      <vt:lpstr>Function</vt:lpstr>
      <vt:lpstr>Predicate</vt:lpstr>
      <vt:lpstr>Collections</vt:lpstr>
      <vt:lpstr>foreach</vt:lpstr>
      <vt:lpstr>foreach: list</vt:lpstr>
      <vt:lpstr>sort</vt:lpstr>
      <vt:lpstr>foreach: map</vt:lpstr>
      <vt:lpstr>Streams</vt:lpstr>
      <vt:lpstr>Streams</vt:lpstr>
      <vt:lpstr>Soorten streams</vt:lpstr>
      <vt:lpstr>Streams &amp; Collections</vt:lpstr>
      <vt:lpstr>Voorbeeld</vt:lpstr>
      <vt:lpstr>Ander voorbeeld</vt:lpstr>
      <vt:lpstr>Terminal vs Intermediate</vt:lpstr>
    </vt:vector>
  </TitlesOfParts>
  <Company>Cronos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Van Gijsel Kenneth</dc:creator>
  <cp:lastModifiedBy>Van Gijsel Kenneth</cp:lastModifiedBy>
  <cp:revision>50</cp:revision>
  <dcterms:created xsi:type="dcterms:W3CDTF">2017-01-25T09:23:04Z</dcterms:created>
  <dcterms:modified xsi:type="dcterms:W3CDTF">2017-09-11T14:05:11Z</dcterms:modified>
</cp:coreProperties>
</file>